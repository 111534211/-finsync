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photoAlbum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0D904A-15C2-19BE-D04D-595B38FFC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E2CCD0-974B-46C2-58F3-8D50AAC48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9D2056-1E43-B087-E003-A487D177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BF33E0-1EBF-48C8-6DE1-223B8A10B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84F5DE-5A3A-6436-0D6E-8AF7CB19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481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B4B5C1-89A7-30C4-CE52-C620E5E1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CA2850-F22D-646C-724A-D57CF45FE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755B1A-52F9-7D03-2FB7-0434BA940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C3123C-8311-166E-8CF3-2A594D7FA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4CE710-1E0A-87D7-440D-F60A483B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814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F74D02-C9E8-D825-A0D2-B6B11C521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F5173F2-6774-9E6B-D6E1-18A65C2A6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177D63-16E1-5FE5-341C-CF5F41DF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64FC25-3176-9AF5-DBFD-AC612092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1C46A9-3DCE-6EF8-DF75-19A07F25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408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A32EDB-6DD8-2317-8CD3-34C881457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AAFC40-4614-A2F8-D84C-9372BEE78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47A385-873E-1756-8145-20CA19F9C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2A6AB9-E7BC-2B4F-2B7C-4D5B79D1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68AD68-4FEB-2529-57D2-ECC53BBB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72118F-1380-7729-9AEF-6B7F3F47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988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C58994-2E7E-D681-85EE-86633547A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909E7A-7688-00EA-6A87-0D97A833C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09164B0-ED96-1BEA-300E-626A43660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17AFFDF-BD5D-7E99-69E4-68F493CA0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6AF5E4E-0F75-4472-DA7D-C68B91102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38EEA9-C473-0D02-5E9E-C48B0ACE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0B41597-EAF5-4D01-0894-11843864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5DE4606-357E-C5F3-BB36-16F6D12A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87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3C958A-5279-CD51-4EDA-6A43D02A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96AF3FF-9591-F702-5E53-AEB915C92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AE5DD6-3E9A-A9E2-50B4-6F9B8364F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88365D8-C14B-A996-EF29-34AEF3EA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48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E089E4-497C-8360-D8F0-CA9A7AA9D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023592-E9DD-B51A-0430-249BA353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E0755A-838C-C24D-C634-F53EEB36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02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F1C20D-32A5-7946-E64F-461C94073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067DEB-20AF-37EC-D105-5B8CCD77E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51518DF-CD4E-6B80-7569-0EC021E8D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223B889-3821-2EA6-50AC-94BE9E1C1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250BA-EE7D-0C59-C987-45AAB658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D740DA-45C1-1D82-F02D-C240AB1F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476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71BBC-FDE7-370F-8D7B-B7A07FB8F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A8C24A2-1281-3265-015D-A238622AE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76527A6-CE1F-0435-E213-403FC06A8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1666E85-2B1C-8D09-E4A6-866ABCDC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2B3A242-689D-19C3-38A4-680B587E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B6AD5A-C227-2E84-5C0E-2225652A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614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F902BE-07C3-7C25-4341-2BC0164A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21A98A-E801-913E-6D74-51E42769C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B2D43C-3033-3125-9335-BA9C7BAC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7FEC52-5693-AFB4-B591-9F66C26C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2CC274-592D-C84E-25D3-6100C6EC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93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8E2AB66-2C80-F779-AF22-59C21EFFA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F6AB8E-A473-2503-BE41-07F9B571F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D08766-D00A-BE99-78A4-AE2ADE50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B57634-CEBE-DA9E-9992-E7A140C1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4EE098-09A1-DDC9-CCE1-5988C7128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9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FA614A3-C09B-0FE5-887C-078AA76D9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D39EACE-B6C7-AC0D-EC31-1429BC333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D0D65D-3875-5500-36D1-7AE0042FA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FE604-7D95-4D99-B7F5-CA8355004451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00A769-D226-BA9D-E25A-F6B2759F4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E76E7F-5BB5-680B-BA77-30846D6E7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667E6-9166-43FD-BAA7-2B05830532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0297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1">
            <a:extLst>
              <a:ext uri="{FF2B5EF4-FFF2-40B4-BE49-F238E27FC236}">
                <a16:creationId xmlns:a16="http://schemas.microsoft.com/office/drawing/2014/main" id="{87E10825-4C13-A16A-01EA-763528D6DF7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3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2">
            <a:extLst>
              <a:ext uri="{FF2B5EF4-FFF2-40B4-BE49-F238E27FC236}">
                <a16:creationId xmlns:a16="http://schemas.microsoft.com/office/drawing/2014/main" id="{59B344DB-F3EB-435B-F24D-B62032A3F50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54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3">
            <a:extLst>
              <a:ext uri="{FF2B5EF4-FFF2-40B4-BE49-F238E27FC236}">
                <a16:creationId xmlns:a16="http://schemas.microsoft.com/office/drawing/2014/main" id="{7E0C1D11-60B6-CD7B-50A1-C9DB730859F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4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4">
            <a:extLst>
              <a:ext uri="{FF2B5EF4-FFF2-40B4-BE49-F238E27FC236}">
                <a16:creationId xmlns:a16="http://schemas.microsoft.com/office/drawing/2014/main" id="{59BB5777-BC3A-D9B2-A09D-0E4D231F19D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65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5">
            <a:extLst>
              <a:ext uri="{FF2B5EF4-FFF2-40B4-BE49-F238E27FC236}">
                <a16:creationId xmlns:a16="http://schemas.microsoft.com/office/drawing/2014/main" id="{97032DB8-4F91-DBD4-7287-543030784A6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3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6">
            <a:extLst>
              <a:ext uri="{FF2B5EF4-FFF2-40B4-BE49-F238E27FC236}">
                <a16:creationId xmlns:a16="http://schemas.microsoft.com/office/drawing/2014/main" id="{2A999C41-4F4B-A21C-D829-AF003BD7C4F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71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7">
            <a:extLst>
              <a:ext uri="{FF2B5EF4-FFF2-40B4-BE49-F238E27FC236}">
                <a16:creationId xmlns:a16="http://schemas.microsoft.com/office/drawing/2014/main" id="{93927DDE-F13F-9784-CCB0-95B00794AC5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16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8">
            <a:extLst>
              <a:ext uri="{FF2B5EF4-FFF2-40B4-BE49-F238E27FC236}">
                <a16:creationId xmlns:a16="http://schemas.microsoft.com/office/drawing/2014/main" id="{9882436F-2730-763A-7107-827EA193C0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22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9">
            <a:extLst>
              <a:ext uri="{FF2B5EF4-FFF2-40B4-BE49-F238E27FC236}">
                <a16:creationId xmlns:a16="http://schemas.microsoft.com/office/drawing/2014/main" id="{DA0D4020-B82C-AB81-8522-C6ED375994F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988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10">
            <a:extLst>
              <a:ext uri="{FF2B5EF4-FFF2-40B4-BE49-F238E27FC236}">
                <a16:creationId xmlns:a16="http://schemas.microsoft.com/office/drawing/2014/main" id="{7250F22D-95FC-8954-6B41-A8D737BE8E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3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11">
            <a:extLst>
              <a:ext uri="{FF2B5EF4-FFF2-40B4-BE49-F238E27FC236}">
                <a16:creationId xmlns:a16="http://schemas.microsoft.com/office/drawing/2014/main" id="{A0CC14E4-D8B3-CB49-FE50-95967A4C90B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94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12">
            <a:extLst>
              <a:ext uri="{FF2B5EF4-FFF2-40B4-BE49-F238E27FC236}">
                <a16:creationId xmlns:a16="http://schemas.microsoft.com/office/drawing/2014/main" id="{B4E22FAE-9DC8-95E4-0FC0-5C6360E38F0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31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13">
            <a:extLst>
              <a:ext uri="{FF2B5EF4-FFF2-40B4-BE49-F238E27FC236}">
                <a16:creationId xmlns:a16="http://schemas.microsoft.com/office/drawing/2014/main" id="{E3B76948-7E30-FC51-3216-60A49E44D1F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527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14">
            <a:extLst>
              <a:ext uri="{FF2B5EF4-FFF2-40B4-BE49-F238E27FC236}">
                <a16:creationId xmlns:a16="http://schemas.microsoft.com/office/drawing/2014/main" id="{17EE0974-27B5-7285-1568-822F52CBF54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66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15">
            <a:extLst>
              <a:ext uri="{FF2B5EF4-FFF2-40B4-BE49-F238E27FC236}">
                <a16:creationId xmlns:a16="http://schemas.microsoft.com/office/drawing/2014/main" id="{11E7EE09-3AA3-E492-2AA1-81CC29B3A87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20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16">
            <a:extLst>
              <a:ext uri="{FF2B5EF4-FFF2-40B4-BE49-F238E27FC236}">
                <a16:creationId xmlns:a16="http://schemas.microsoft.com/office/drawing/2014/main" id="{AF5C8E0D-30C0-DEC0-CAC6-309C1B4BFCE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18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 C</dc:creator>
  <cp:lastModifiedBy>JY C</cp:lastModifiedBy>
  <cp:revision>1</cp:revision>
  <dcterms:created xsi:type="dcterms:W3CDTF">2026-01-16T02:08:55Z</dcterms:created>
  <dcterms:modified xsi:type="dcterms:W3CDTF">2026-01-16T02:09:30Z</dcterms:modified>
</cp:coreProperties>
</file>